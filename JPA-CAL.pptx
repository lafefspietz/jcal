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967D-9F24-60C4-89A9-520786333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46209-20CA-5727-8D40-0FA89A5FE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FB2BB-1C36-A2B8-C82B-D122E563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5790-86A9-00CC-FDD6-9BCEDB98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65789-FBDE-70E9-A09A-6919C2B2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20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C5F1-A161-1C70-EDE1-DA68422B1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B3239-5993-F059-CFB3-A914BBCB9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8563A-51E5-C097-3B96-1138E7A9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60E3-84EB-F973-992A-397D938B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2CBFE-35A4-EEB7-8CB8-0E45B5E0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4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BB3B5-4D62-48FF-CEF2-4740BDB7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70123-7B37-ECF5-7A47-EE271873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08712-77BA-9DA6-F57E-E3AA83A6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80E4B-7C89-0DD5-FEFE-358B69C4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C0A79-6CF0-7DAF-30C7-8AEC32EA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0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19BA-73E2-2957-D0E4-68534C306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19439-4CD0-6D88-36C0-FA6CF156F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49F55-A237-AF40-FE16-193E038AD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9FFD0-5D51-F2DC-5297-9FC68B5F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8E45F-7D37-A922-C717-8901B747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BFF4-45C0-690B-3BD7-9F53F2F2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44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B279-A847-4F70-6F44-10098433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90E9A-30C3-BF31-DDF2-E9C711316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32454-D616-285A-FFAC-9D4D24836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67FCF-7DC5-8D0E-726C-734172A8B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D3D879-DB06-BA16-78FC-5EC53440E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0834F-AF36-7366-744D-CC92F738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62F9DA-8A3D-13C8-BA98-BC2FD0B6F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9164D-C163-C331-4469-8BF0D82DC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63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5C72-4C79-4927-7235-BA66575A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F5B11-C952-8F54-BFA3-F4E5997F0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8845F8-DF85-5F5D-DB7D-CD3117A50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5C0CE-06CA-6733-29B1-219A80EA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5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E296D-3071-B6E5-1519-2FEB8836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FE5CE-CC94-7B0A-0013-4F399D86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908A0-7ED5-F458-D371-C5AE9753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3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6DF1-8E7D-CDC0-F598-E2AEDA360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86F19-F70B-3C33-8425-538472353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C12E3-6DD0-B38C-C6AE-BAA4364EA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EA339-0011-DCC9-7AEC-402D0879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B325A-AE6D-143E-D767-4563B712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6B825-8C33-AD1F-EC41-24094C2D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1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8EA46-8DBF-A7D8-B0EF-CADBEE875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3B05E-8AD3-19B0-C6C6-AAA1AB5A99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45083-2355-BBCD-EE2B-B765B6050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106B7-A75A-A10B-0F89-21FAC964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4CF36-0A9D-CB47-A277-6B8B1E662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FDB24-4BD4-EB69-2A26-FEE269C9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8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F3584-EE6F-F69F-B103-2B04642F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8B2DE2-0BAB-0CA5-11A4-6D29156B7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7B0E6-023D-E108-5958-DB991B04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9F6B8-FA19-EEE7-99EA-82045633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D2B3-B467-C0F9-41B9-823FEF33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9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72F03A-4E83-CE40-0272-47DE0BE7D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33CB-C7BF-7743-9A4C-7CA62A044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E77FB-433B-3B61-42EA-AAE880F5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A9FC-7652-82BD-BB2B-7057852D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C94EE-0C2E-825E-800C-485B3B8D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1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9553F2-BF64-5CD1-022D-7FBE7EA46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1BB36-891E-3226-541C-D9F505527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A4FE4-EA01-F475-148B-BA44E6D598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E53B9-33DB-40D1-B9DF-65A7E0D4D34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7EB53-5525-09F0-0D9D-4D93B86F6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3BD14-CB9C-553F-F892-59A28B8B7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D6D8C-E85C-4E27-87DA-D8EEDCBA6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F3DF-7C7D-52C8-654E-62C51994C6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JPA-CAL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CD63C-052E-37CC-F9CF-EA430E636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the Josephson Parametric Amplifier as a Cal standard</a:t>
            </a:r>
          </a:p>
        </p:txBody>
      </p:sp>
    </p:spTree>
    <p:extLst>
      <p:ext uri="{BB962C8B-B14F-4D97-AF65-F5344CB8AC3E}">
        <p14:creationId xmlns:p14="http://schemas.microsoft.com/office/powerpoint/2010/main" val="860185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0AD5-95C5-496A-B030-6FC68298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JPA Model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015EBDA-A6F0-7806-85EB-778463BCA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67" y="1239740"/>
            <a:ext cx="5142175" cy="514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DF052B-A2F9-C705-B475-4635B642A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405" y="2565303"/>
            <a:ext cx="6154009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78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8D8D-2323-6145-89C1-3007467A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</a:t>
            </a:r>
          </a:p>
        </p:txBody>
      </p:sp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0C31644B-D149-4E49-5885-AB98739BC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40" b="12525"/>
          <a:stretch>
            <a:fillRect/>
          </a:stretch>
        </p:blipFill>
        <p:spPr>
          <a:xfrm rot="5400000">
            <a:off x="3573312" y="1751031"/>
            <a:ext cx="6635363" cy="335594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292B91-E12B-9C9A-BF78-202BF34D3EB7}"/>
              </a:ext>
            </a:extLst>
          </p:cNvPr>
          <p:cNvCxnSpPr>
            <a:cxnSpLocks/>
          </p:cNvCxnSpPr>
          <p:nvPr/>
        </p:nvCxnSpPr>
        <p:spPr>
          <a:xfrm flipH="1" flipV="1">
            <a:off x="7707765" y="3731210"/>
            <a:ext cx="1389101" cy="3038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597976F-36A6-3E5F-F3C3-C962D41612F8}"/>
              </a:ext>
            </a:extLst>
          </p:cNvPr>
          <p:cNvSpPr txBox="1"/>
          <p:nvPr/>
        </p:nvSpPr>
        <p:spPr>
          <a:xfrm>
            <a:off x="9145964" y="3863157"/>
            <a:ext cx="1630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JPA</a:t>
            </a:r>
            <a:endParaRPr lang="en-US" sz="1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6E048F-DD10-AB5E-9EFA-E2D3C78B39ED}"/>
              </a:ext>
            </a:extLst>
          </p:cNvPr>
          <p:cNvCxnSpPr>
            <a:cxnSpLocks/>
          </p:cNvCxnSpPr>
          <p:nvPr/>
        </p:nvCxnSpPr>
        <p:spPr>
          <a:xfrm flipH="1">
            <a:off x="7519229" y="1442301"/>
            <a:ext cx="1577637" cy="24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B9C96FC-6A8C-C684-ABEB-30B1E4003F5A}"/>
              </a:ext>
            </a:extLst>
          </p:cNvPr>
          <p:cNvSpPr txBox="1"/>
          <p:nvPr/>
        </p:nvSpPr>
        <p:spPr>
          <a:xfrm>
            <a:off x="9047876" y="892687"/>
            <a:ext cx="1630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MEMS Switch</a:t>
            </a:r>
            <a:endParaRPr lang="en-US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DC7B8E-FCD4-8A2B-A42A-06D72C522D28}"/>
              </a:ext>
            </a:extLst>
          </p:cNvPr>
          <p:cNvCxnSpPr>
            <a:cxnSpLocks/>
          </p:cNvCxnSpPr>
          <p:nvPr/>
        </p:nvCxnSpPr>
        <p:spPr>
          <a:xfrm flipH="1">
            <a:off x="7754899" y="6340956"/>
            <a:ext cx="151193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C104D44-798C-F5E5-2C01-8ACFD2BBEE21}"/>
              </a:ext>
            </a:extLst>
          </p:cNvPr>
          <p:cNvSpPr txBox="1"/>
          <p:nvPr/>
        </p:nvSpPr>
        <p:spPr>
          <a:xfrm>
            <a:off x="9328249" y="6079346"/>
            <a:ext cx="1630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Pump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8DA332-CAAC-67D1-9241-24095FAC645E}"/>
              </a:ext>
            </a:extLst>
          </p:cNvPr>
          <p:cNvSpPr txBox="1"/>
          <p:nvPr/>
        </p:nvSpPr>
        <p:spPr>
          <a:xfrm>
            <a:off x="9328249" y="5062829"/>
            <a:ext cx="23287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Bias Tee</a:t>
            </a:r>
            <a:endParaRPr lang="en-US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96F666-5D7F-71E7-8E15-2605D84D8350}"/>
              </a:ext>
            </a:extLst>
          </p:cNvPr>
          <p:cNvCxnSpPr>
            <a:cxnSpLocks/>
          </p:cNvCxnSpPr>
          <p:nvPr/>
        </p:nvCxnSpPr>
        <p:spPr>
          <a:xfrm flipH="1">
            <a:off x="7707765" y="5459520"/>
            <a:ext cx="1620484" cy="2530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AE81EE5-CCE1-9178-B6BA-7915A38338EE}"/>
              </a:ext>
            </a:extLst>
          </p:cNvPr>
          <p:cNvSpPr txBox="1"/>
          <p:nvPr/>
        </p:nvSpPr>
        <p:spPr>
          <a:xfrm>
            <a:off x="1684571" y="5439732"/>
            <a:ext cx="2680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DC Flux Bias</a:t>
            </a:r>
            <a:endParaRPr lang="en-US" sz="1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6AF9C3-BD21-5C02-A2CE-469924C3042A}"/>
              </a:ext>
            </a:extLst>
          </p:cNvPr>
          <p:cNvCxnSpPr>
            <a:cxnSpLocks/>
          </p:cNvCxnSpPr>
          <p:nvPr/>
        </p:nvCxnSpPr>
        <p:spPr>
          <a:xfrm>
            <a:off x="3828208" y="5747631"/>
            <a:ext cx="273041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109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7A1E862C-EA56-54B1-E956-0B86B6D81A74}"/>
              </a:ext>
            </a:extLst>
          </p:cNvPr>
          <p:cNvSpPr/>
          <p:nvPr/>
        </p:nvSpPr>
        <p:spPr>
          <a:xfrm>
            <a:off x="5169144" y="3470244"/>
            <a:ext cx="1818293" cy="117381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FA4BE-49E8-32DA-6935-E1A0229DA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of S11 Corrected with MEMS E-Cal</a:t>
            </a: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AF2FCA18-E112-5299-520C-75E9F65F4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2511"/>
            <a:ext cx="5040160" cy="370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E3C935A-33D5-EA8C-58B4-0AE422752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591" y="2202511"/>
            <a:ext cx="5040160" cy="370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4CE6A9-2109-B4B0-9425-EE3322C1686C}"/>
                  </a:ext>
                </a:extLst>
              </p:cNvPr>
              <p:cNvSpPr txBox="1"/>
              <p:nvPr/>
            </p:nvSpPr>
            <p:spPr>
              <a:xfrm>
                <a:off x="5285837" y="3834750"/>
                <a:ext cx="1334661" cy="444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4CE6A9-2109-B4B0-9425-EE3322C16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837" y="3834750"/>
                <a:ext cx="1334661" cy="4448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9F17445-6861-F268-228F-008081819A8E}"/>
              </a:ext>
            </a:extLst>
          </p:cNvPr>
          <p:cNvSpPr txBox="1"/>
          <p:nvPr/>
        </p:nvSpPr>
        <p:spPr>
          <a:xfrm>
            <a:off x="4851579" y="6043927"/>
            <a:ext cx="314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Unwind to make fit tractable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F1173-2CBE-6FC3-854E-72D921594F3D}"/>
              </a:ext>
            </a:extLst>
          </p:cNvPr>
          <p:cNvSpPr txBox="1"/>
          <p:nvPr/>
        </p:nvSpPr>
        <p:spPr>
          <a:xfrm>
            <a:off x="7896437" y="1669677"/>
            <a:ext cx="3148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range from 4- 5 GHz flat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6E84F4-8250-9AF1-35F2-756FF6AD3A43}"/>
              </a:ext>
            </a:extLst>
          </p:cNvPr>
          <p:cNvCxnSpPr>
            <a:cxnSpLocks/>
          </p:cNvCxnSpPr>
          <p:nvPr/>
        </p:nvCxnSpPr>
        <p:spPr>
          <a:xfrm flipH="1">
            <a:off x="8408709" y="2006665"/>
            <a:ext cx="246220" cy="21128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C6118C-18B0-FCA3-7171-118EAC61CCCA}"/>
                  </a:ext>
                </a:extLst>
              </p:cNvPr>
              <p:cNvSpPr txBox="1"/>
              <p:nvPr/>
            </p:nvSpPr>
            <p:spPr>
              <a:xfrm>
                <a:off x="5169144" y="2783445"/>
                <a:ext cx="20404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=0.434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C6118C-18B0-FCA3-7171-118EAC61C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144" y="2783445"/>
                <a:ext cx="204043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18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A68F1E6-9396-BBF2-BE08-7650A5B7C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435" y="1865750"/>
            <a:ext cx="55245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2E82A8-F9D2-32A3-2983-60816312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Unwrapped data, concatenated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43FA0C10-E263-6CCB-67A7-A435F4607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29" y="1621410"/>
            <a:ext cx="55530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51982F-9B69-50E4-DBFC-0F18E6B496CC}"/>
              </a:ext>
            </a:extLst>
          </p:cNvPr>
          <p:cNvSpPr txBox="1"/>
          <p:nvPr/>
        </p:nvSpPr>
        <p:spPr>
          <a:xfrm>
            <a:off x="8077029" y="3946679"/>
            <a:ext cx="107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REAL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1DF33-7973-B05E-D01F-558E82771907}"/>
              </a:ext>
            </a:extLst>
          </p:cNvPr>
          <p:cNvSpPr txBox="1"/>
          <p:nvPr/>
        </p:nvSpPr>
        <p:spPr>
          <a:xfrm>
            <a:off x="7584275" y="2461293"/>
            <a:ext cx="2013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IMAGINARY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275BC-F7D8-DAEA-D270-568162725201}"/>
              </a:ext>
            </a:extLst>
          </p:cNvPr>
          <p:cNvSpPr txBox="1"/>
          <p:nvPr/>
        </p:nvSpPr>
        <p:spPr>
          <a:xfrm>
            <a:off x="4270342" y="6005814"/>
            <a:ext cx="6146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Concatenate imaginary on top of real to make a function that can be fit with both real and imaginary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3F400-A01E-9951-986C-2EFFEA6D7BB9}"/>
              </a:ext>
            </a:extLst>
          </p:cNvPr>
          <p:cNvSpPr txBox="1"/>
          <p:nvPr/>
        </p:nvSpPr>
        <p:spPr>
          <a:xfrm rot="16200000">
            <a:off x="9258438" y="482811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59BB9D-A38B-0DC2-A046-02E40659157C}"/>
              </a:ext>
            </a:extLst>
          </p:cNvPr>
          <p:cNvSpPr txBox="1"/>
          <p:nvPr/>
        </p:nvSpPr>
        <p:spPr>
          <a:xfrm rot="16200000">
            <a:off x="9731973" y="376201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1300</a:t>
            </a:r>
          </a:p>
        </p:txBody>
      </p:sp>
    </p:spTree>
    <p:extLst>
      <p:ext uri="{BB962C8B-B14F-4D97-AF65-F5344CB8AC3E}">
        <p14:creationId xmlns:p14="http://schemas.microsoft.com/office/powerpoint/2010/main" val="30967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C31A9-E060-C7D4-F83A-D38369FD7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Using concatenated data and function</a:t>
            </a:r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0666D191-8FCC-E916-45E9-1A34114E2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65" y="2083324"/>
            <a:ext cx="551497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2C1B4A4B-7C95-04FB-BFCC-E4C194CFE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567" y="2083324"/>
            <a:ext cx="555307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21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49EB-D371-7FEC-772C-C89DCADB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Fits as Function of Flux Bias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0DF0F6E-D91E-2C7A-F72A-7EE441F0135B}"/>
              </a:ext>
            </a:extLst>
          </p:cNvPr>
          <p:cNvSpPr/>
          <p:nvPr/>
        </p:nvSpPr>
        <p:spPr>
          <a:xfrm>
            <a:off x="5797485" y="3808429"/>
            <a:ext cx="603315" cy="38649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4146F9-D22D-C8EF-26B1-E9FCB3A6C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98" y="1772828"/>
            <a:ext cx="55054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D815A586-B830-5ED5-B01F-9E2A2637B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1915703"/>
            <a:ext cx="557212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197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6F04C-7AA5-89AD-4F67-4FAC229F1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Values for Capacitances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6E0E09CC-A7E6-6F21-EB76-E119C634B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62" y="1448446"/>
            <a:ext cx="52578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9C9FAE23-1F60-6F07-B32A-76F1BE1EF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439" y="1448447"/>
            <a:ext cx="52578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8548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6A8D-8E20-F6A9-DB75-6D0AA025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Delay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15BCA4-0437-5DBC-377B-A10AD1B19D1D}"/>
                  </a:ext>
                </a:extLst>
              </p:cNvPr>
              <p:cNvSpPr txBox="1"/>
              <p:nvPr/>
            </p:nvSpPr>
            <p:spPr>
              <a:xfrm>
                <a:off x="6586735" y="3666690"/>
                <a:ext cx="3141694" cy="10486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6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sz="6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15BCA4-0437-5DBC-377B-A10AD1B19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735" y="3666690"/>
                <a:ext cx="3141694" cy="10486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7" name="Picture 1">
            <a:extLst>
              <a:ext uri="{FF2B5EF4-FFF2-40B4-BE49-F238E27FC236}">
                <a16:creationId xmlns:a16="http://schemas.microsoft.com/office/drawing/2014/main" id="{D1B9FA85-DB7E-6F6D-3B33-C1389198D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085" y="1796996"/>
            <a:ext cx="52578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015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0AA4-EFB5-2F5F-3AA2-B50C5314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Theory to Data for fixed values of parameters</a:t>
            </a:r>
          </a:p>
        </p:txBody>
      </p:sp>
      <p:pic>
        <p:nvPicPr>
          <p:cNvPr id="5121" name="Picture 1">
            <a:extLst>
              <a:ext uri="{FF2B5EF4-FFF2-40B4-BE49-F238E27FC236}">
                <a16:creationId xmlns:a16="http://schemas.microsoft.com/office/drawing/2014/main" id="{9D327E99-499F-2907-E4C3-44CE67058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17198"/>
            <a:ext cx="4071067" cy="315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9A127B61-C0B9-7442-5EC2-C06F9E37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868" y="2217197"/>
            <a:ext cx="4071067" cy="315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6ED13095-6337-46BF-A35D-68994856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736" y="2217197"/>
            <a:ext cx="4071067" cy="3152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0711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1A20-F497-7C7C-E5A7-5EC8D716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 In on Flux Bias and Frequency 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10226EDF-0B43-50AD-F0E0-71DFC682E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576" y="1876508"/>
            <a:ext cx="56197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84752555-6774-B6FF-B609-B94E0E3FB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23" y="1812897"/>
            <a:ext cx="54673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349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3C6F-BD88-5D17-D02D-A4F0596D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Amplitude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36BFEFF-34E5-1915-C7A5-31C748FC9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859" y="2115046"/>
            <a:ext cx="557212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37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1F7FC-F083-B00B-460F-8FC6A5A7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Calculated standards curves</a:t>
            </a:r>
          </a:p>
        </p:txBody>
      </p:sp>
      <p:pic>
        <p:nvPicPr>
          <p:cNvPr id="7169" name="Picture 1">
            <a:extLst>
              <a:ext uri="{FF2B5EF4-FFF2-40B4-BE49-F238E27FC236}">
                <a16:creationId xmlns:a16="http://schemas.microsoft.com/office/drawing/2014/main" id="{34A7E707-687C-AC88-BE65-BA8AFDE23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589" y="1828800"/>
            <a:ext cx="56197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165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7055-97EF-6324-2A90-E4BEF2D9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South-West-And-North Calibration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30AAC7B2-6474-FFA3-82B6-6988C2374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282" y="1500187"/>
            <a:ext cx="5219700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1" name="Picture 5">
            <a:extLst>
              <a:ext uri="{FF2B5EF4-FFF2-40B4-BE49-F238E27FC236}">
                <a16:creationId xmlns:a16="http://schemas.microsoft.com/office/drawing/2014/main" id="{634D5128-4742-DCFD-6A8D-E1D0969E0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09" y="1500187"/>
            <a:ext cx="5219700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0B41C2-D1E4-B5CE-B624-6EA09E108613}"/>
              </a:ext>
            </a:extLst>
          </p:cNvPr>
          <p:cNvSpPr txBox="1"/>
          <p:nvPr/>
        </p:nvSpPr>
        <p:spPr>
          <a:xfrm>
            <a:off x="3096701" y="2258168"/>
            <a:ext cx="110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NORTH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DC7A2-FF4D-54CF-CF7E-2E4331B85C59}"/>
              </a:ext>
            </a:extLst>
          </p:cNvPr>
          <p:cNvSpPr txBox="1"/>
          <p:nvPr/>
        </p:nvSpPr>
        <p:spPr>
          <a:xfrm>
            <a:off x="8964764" y="2297927"/>
            <a:ext cx="110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NORTH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0C3B0-E093-AD10-30B4-CB50CC4944EC}"/>
              </a:ext>
            </a:extLst>
          </p:cNvPr>
          <p:cNvSpPr txBox="1"/>
          <p:nvPr/>
        </p:nvSpPr>
        <p:spPr>
          <a:xfrm>
            <a:off x="3096701" y="5192619"/>
            <a:ext cx="110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SOUTH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17ECF-74A7-0274-0500-E423E413D5AA}"/>
              </a:ext>
            </a:extLst>
          </p:cNvPr>
          <p:cNvSpPr txBox="1"/>
          <p:nvPr/>
        </p:nvSpPr>
        <p:spPr>
          <a:xfrm>
            <a:off x="8964764" y="5192619"/>
            <a:ext cx="110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SOUTH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C75DB-CD13-F64B-90E0-738FEEBA6F33}"/>
              </a:ext>
            </a:extLst>
          </p:cNvPr>
          <p:cNvSpPr txBox="1"/>
          <p:nvPr/>
        </p:nvSpPr>
        <p:spPr>
          <a:xfrm>
            <a:off x="1792687" y="3821668"/>
            <a:ext cx="110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WEST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E5825-A601-1937-F3EE-E48D936D5994}"/>
              </a:ext>
            </a:extLst>
          </p:cNvPr>
          <p:cNvSpPr txBox="1"/>
          <p:nvPr/>
        </p:nvSpPr>
        <p:spPr>
          <a:xfrm>
            <a:off x="7795922" y="3830282"/>
            <a:ext cx="110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WEST</a:t>
            </a:r>
          </a:p>
        </p:txBody>
      </p:sp>
    </p:spTree>
    <p:extLst>
      <p:ext uri="{BB962C8B-B14F-4D97-AF65-F5344CB8AC3E}">
        <p14:creationId xmlns:p14="http://schemas.microsoft.com/office/powerpoint/2010/main" val="684460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97F0-1FDD-6D10-6BBD-D568A658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SWaN Cal In Scikit-RF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077C7-E95C-7452-D918-57A646F84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196" y="1910711"/>
            <a:ext cx="6506483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14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86A95-DF32-D90C-1203-866157D7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Attempt to apply </a:t>
            </a:r>
            <a:r>
              <a:rPr lang="en-US" dirty="0" err="1"/>
              <a:t>cal</a:t>
            </a:r>
            <a:r>
              <a:rPr lang="en-US" dirty="0"/>
              <a:t> to raw data</a:t>
            </a: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A8B4B493-96B9-A956-F053-ABCF08E37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41" y="1948070"/>
            <a:ext cx="54673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FC50C53-F2CE-B5CE-CA1D-EAA374A52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263" y="1948070"/>
            <a:ext cx="4184537" cy="4161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914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622B-EF26-2839-3315-B3674157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D87E5DC8-702C-D828-21C6-7725DC161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91" y="1963972"/>
            <a:ext cx="551497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18454BC-E979-238D-DA0A-6F5E10A21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309" y="1836751"/>
            <a:ext cx="551497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2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6602</TotalTime>
  <Words>134</Words>
  <Application>Microsoft Office PowerPoint</Application>
  <PresentationFormat>Widescreen</PresentationFormat>
  <Paragraphs>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JPA-CAL</vt:lpstr>
      <vt:lpstr>JPA Model</vt:lpstr>
      <vt:lpstr>Measurement</vt:lpstr>
      <vt:lpstr>Measurement of S11 Corrected with MEMS E-Cal</vt:lpstr>
      <vt:lpstr>Unwrapped data, concatenated</vt:lpstr>
      <vt:lpstr>Fit Using concatenated data and function</vt:lpstr>
      <vt:lpstr>Fits as Function of Flux Bias</vt:lpstr>
      <vt:lpstr>Fit Values for Capacitances</vt:lpstr>
      <vt:lpstr>Time Delay Fit</vt:lpstr>
      <vt:lpstr>Compare Theory to Data for fixed values of parameters</vt:lpstr>
      <vt:lpstr>Zoom In on Flux Bias and Frequency </vt:lpstr>
      <vt:lpstr>Amplitude</vt:lpstr>
      <vt:lpstr>Calculated standards curves</vt:lpstr>
      <vt:lpstr>South-West-And-North Calibration</vt:lpstr>
      <vt:lpstr>SWaN Cal In Scikit-RF</vt:lpstr>
      <vt:lpstr>Attempt to apply cal to raw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84</cp:revision>
  <dcterms:created xsi:type="dcterms:W3CDTF">2026-02-03T20:50:13Z</dcterms:created>
  <dcterms:modified xsi:type="dcterms:W3CDTF">2026-02-09T20:31:28Z</dcterms:modified>
</cp:coreProperties>
</file>