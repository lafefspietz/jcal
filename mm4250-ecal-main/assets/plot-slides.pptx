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7BA9A-0C9D-9590-B19A-CA4154F7E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25AC74-2D4B-F895-67F4-2C4183230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0E884-91FC-52F5-04A5-0C0B2C7F6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B3683-4E1F-D17F-E2F3-465E58BF5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FB30D-70A2-57A4-945D-B45B33BD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15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C9B87-0B2A-2BDA-E5B5-BCC583A9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12916-608B-3AE7-3C24-5BFA20DA6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23BC7-8C28-AD7C-1AAF-B44B99EE8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81905-812E-0A40-348B-C07F9698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19672-E85A-74C9-25A7-69EB5A664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36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3F70-E2FD-65CB-0FF7-FAD56E1A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890A0-8F51-8318-F1E5-2ECCE0D1A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47D6E-5F51-5DA2-F4AD-A54D80DF8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966BE-59E4-5227-6946-BD48043FB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AF794-3C66-F8C4-3119-00E5422E6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85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8E02-C8E9-DE5A-3504-9B7AF6F8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12A2E-CB58-CCA8-B31C-017325F832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E40CD-1A26-8204-C0BF-4FEE43E00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DBF3A-7D36-F06F-1588-9C557D21D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A6CED-D846-DD31-EF8C-4EC9FB9C7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44BE9-92ED-AEA2-707F-07862F1A3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094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FCA-8D47-1CA5-F338-4B38A34A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459AD-0963-413E-0490-3462CAB83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9FF63-E5F2-BD92-A9BB-3A4A53599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CA891C-F4CB-D6B8-8060-A00D44318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B71840-EA0A-BDE6-D47E-D2ACE8A349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09293B-0D21-6137-5731-A794F36BC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11D8C2-198E-326D-603C-3EC5BE8C0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3E95D8-DFDD-419C-7A37-71A99845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41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0D32F-49E3-964D-3B80-737AE3DC7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0B363-69E3-267A-FD51-BDD681661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4A22AA-6D71-D8DA-B51C-EA0C5CAE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8E58F-9A0D-8717-22B6-05FA499DF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20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4243C-9228-37C4-0222-A901EE4B9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812998-91C3-BCDC-8A35-659BAA798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CA407-92FF-B6AF-E5DE-8AA38AF0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864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60F6-E3F8-98B1-635C-5A7095CB8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1AA71-418B-F8FB-C0B5-5C8387EEF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23807-08E2-6274-C537-687EC0F9E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D598A-6AFF-1E16-5B1E-34AD0AC44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A1F52-D50A-5AA5-9132-E6A727BA9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D91AF-32F6-6C3E-F41F-6B682E1A3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1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A4E72-EC2B-8EE0-B795-E2C95F370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6752FE-6A9F-4B15-80FC-958D24FBC3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EECA3-64B2-0CDC-B042-05B50A457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7BC91-AD7A-9C27-61AF-5470BB179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B021E-6EEA-5B28-3FC7-DB2243192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54E7B-0C44-1FC2-19BC-0EB9D2063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04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3380D-4E1E-B07E-D8DA-19D4D5F9E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F706F1-A92E-6F8A-38C6-0510C97A6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4ECBD-F591-A112-606F-0BAD2E747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642F7-03AA-215B-3CDA-07DCEAAC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F69D5-61B1-57EF-E073-F9D5144AE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03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F41328-444D-EF56-13AF-2A6C8D8304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AF010-C153-5167-281A-FE2ABB73C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81AE-17E9-BED2-1127-CEAC99EB5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CB4E5-9ECD-7753-6058-BD8DBACF6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FC19E-0EF0-811F-301F-3F51C7DC1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231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7984B-7ABE-5AD5-9D49-0C4FBF841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FA309-0913-24B2-AC0F-BB7517E71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D945E-581F-B79F-BDE2-E2571E254C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B59EB-BF87-7F90-4E4C-AEC651097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407E0-45CC-1F29-1B72-648E46A8B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794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4E832CF4-4960-DC40-70FE-3CC14EAA6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68312" y="982175"/>
            <a:ext cx="4947556" cy="384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80650D5B-5D3A-4A43-1766-3426954A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7898" y="910614"/>
            <a:ext cx="4947556" cy="384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EE65D8F8-C28F-BAC2-D464-9D910AEF8F45}"/>
              </a:ext>
            </a:extLst>
          </p:cNvPr>
          <p:cNvSpPr/>
          <p:nvPr/>
        </p:nvSpPr>
        <p:spPr>
          <a:xfrm>
            <a:off x="5319423" y="2441050"/>
            <a:ext cx="1502796" cy="83488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ecal</a:t>
            </a:r>
          </a:p>
        </p:txBody>
      </p:sp>
    </p:spTree>
    <p:extLst>
      <p:ext uri="{BB962C8B-B14F-4D97-AF65-F5344CB8AC3E}">
        <p14:creationId xmlns:p14="http://schemas.microsoft.com/office/powerpoint/2010/main" val="2916232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>
            <a:extLst>
              <a:ext uri="{FF2B5EF4-FFF2-40B4-BE49-F238E27FC236}">
                <a16:creationId xmlns:a16="http://schemas.microsoft.com/office/drawing/2014/main" id="{B4747DAE-433C-BC2C-B873-B018D4F79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6882" y="1957671"/>
            <a:ext cx="4960608" cy="3628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383CF09-F352-D97A-8ECF-8D13AE23A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897819" y="1957671"/>
            <a:ext cx="4817053" cy="3628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BC4DE45A-3DE2-F785-2180-A6630CEA8BDE}"/>
              </a:ext>
            </a:extLst>
          </p:cNvPr>
          <p:cNvSpPr/>
          <p:nvPr/>
        </p:nvSpPr>
        <p:spPr>
          <a:xfrm>
            <a:off x="5308821" y="3244131"/>
            <a:ext cx="1502796" cy="83488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ecal</a:t>
            </a:r>
          </a:p>
        </p:txBody>
      </p:sp>
    </p:spTree>
    <p:extLst>
      <p:ext uri="{BB962C8B-B14F-4D97-AF65-F5344CB8AC3E}">
        <p14:creationId xmlns:p14="http://schemas.microsoft.com/office/powerpoint/2010/main" val="284274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>
            <a:extLst>
              <a:ext uri="{FF2B5EF4-FFF2-40B4-BE49-F238E27FC236}">
                <a16:creationId xmlns:a16="http://schemas.microsoft.com/office/drawing/2014/main" id="{685633FA-DDA1-DA4A-0079-DA003275D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52690" y="1129086"/>
            <a:ext cx="5595047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24A1738-A86F-F9D0-391E-A075CFF41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6639" y="1129086"/>
            <a:ext cx="5576081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200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Spietz, Lafe F. (Fed)</dc:creator>
  <cp:lastModifiedBy>Brandon Takaki</cp:lastModifiedBy>
  <cp:revision>5</cp:revision>
  <dcterms:created xsi:type="dcterms:W3CDTF">2026-01-07T17:23:08Z</dcterms:created>
  <dcterms:modified xsi:type="dcterms:W3CDTF">2026-01-07T23:05:58Z</dcterms:modified>
</cp:coreProperties>
</file>