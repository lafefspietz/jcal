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C1B6D-CA41-D2AD-CDD2-5955804757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8C7DE7-6F29-4A18-34BA-AA72435091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80577-86CB-7899-5AEE-A96784073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1B5-CF0F-4C6C-A433-FE4891A9D21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07797-8308-B12D-20F5-7AF78C36F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861D8-3D66-DA2E-CEE7-887C6F0D8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00E74-3173-45E8-9F6B-21E46DA6E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393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67B23-7FB5-7947-323D-8C31706CE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B4453-080E-7947-E8F7-19AF93EFA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B1FE7-8CA2-4B42-046A-F758F0A62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1B5-CF0F-4C6C-A433-FE4891A9D21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D1841-1A14-3A98-FBDD-66BFF3B51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97272-F05A-9EA3-0429-2137C1C50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00E74-3173-45E8-9F6B-21E46DA6E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823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7020D-6750-E3C6-6AC4-48D7AE376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EE5594-C3A4-CC57-D092-5A687F899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74112C-9509-84EC-77C2-77E9BF07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1B5-CF0F-4C6C-A433-FE4891A9D21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53B36-CD97-4113-7DF5-030BE6DD3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07FCE-9CCD-99DF-812B-039BC43B5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00E74-3173-45E8-9F6B-21E46DA6E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566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474E9-B315-52D6-59A1-C940C385B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FF2B2-9F95-9114-3864-09A9E05199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1345B-1454-9B9E-D35F-C58D6559F4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120BE5-C5E5-C3CC-1773-6543879AB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1B5-CF0F-4C6C-A433-FE4891A9D21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977429-4948-5140-3020-32C6E51B2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673F4A-64F5-C41E-6C64-A1610A045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00E74-3173-45E8-9F6B-21E46DA6E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833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6F05B-5D88-8D47-C22C-51C988F43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58914-F2E5-E8E0-B561-69DA8982C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DEBCFA-9682-3C26-51F0-3C3B837F7E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9FDF43-AFA7-DF2E-D9A9-B2ABAEF86D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62CA0A-1683-92B5-1F96-CCD783DEA3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21E11-3C55-ACA6-2FE5-6BA06EA76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1B5-CF0F-4C6C-A433-FE4891A9D21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F898A8-9C4B-11FD-14F1-3137E7E99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B065A3-CF81-F37B-D587-45C3CACDA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00E74-3173-45E8-9F6B-21E46DA6E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271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EA13C-D4E7-0FC5-B649-8DD09BA4F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B8DFE-DAF0-ACF1-94C8-6036802C6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1B5-CF0F-4C6C-A433-FE4891A9D21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D405FD-09B1-5AA2-7D3B-69B76FCF7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28DF0-4CA6-F336-73D4-410BA54A8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00E74-3173-45E8-9F6B-21E46DA6E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6DF268-66AD-156F-3686-58D251DAC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1B5-CF0F-4C6C-A433-FE4891A9D21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405EFF-ED1D-8FA3-A6DA-8B1586A5E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D4D4A-DE53-8D2E-8526-7EFFE285E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00E74-3173-45E8-9F6B-21E46DA6E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313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CA584-EEF4-2DA9-8F52-12EBEC202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E69DE-EC77-38DC-D6C8-03D5B348B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13EF53-5B0F-F958-46C5-3F55BE0DD7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56661F-3E48-17C6-7482-AB2586F5F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1B5-CF0F-4C6C-A433-FE4891A9D21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6E54F-EA97-A13A-94C3-E226E6D99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4B2F4F-EA28-44F9-DD7E-F03D44136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00E74-3173-45E8-9F6B-21E46DA6E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18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5FC58-6F8B-CB1A-E068-5DDFEB652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A90D20-370C-E244-F40E-7EEFBAB121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A2F883-068A-D340-4028-CD8C2E800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961A67-7A22-F76A-1486-317669004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1B5-CF0F-4C6C-A433-FE4891A9D21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009E5C-988A-892E-2493-E5DF3233D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BED2B7-6F52-C229-93D4-D7CE15E7C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00E74-3173-45E8-9F6B-21E46DA6E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978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3828B-1CB9-2264-3B77-B444B1A61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ECA57D-8350-B42B-156B-26C5CFC0F5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EF236-2629-C7FD-6CC3-D05989651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1B5-CF0F-4C6C-A433-FE4891A9D21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851BB-40B1-41F3-CB6D-821C276C2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00F7B7-2A55-E155-60C4-5D49AD2FC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00E74-3173-45E8-9F6B-21E46DA6E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356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4D9DBF-2DA8-4B43-FB44-E16149BF03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BA0C58-2D0C-776E-92C8-053AEDFEC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B2D73-9B1D-AD77-396B-A3EB3C25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E41B5-CF0F-4C6C-A433-FE4891A9D21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DE831-3517-202C-0BD2-493784917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F7EB3-C6E4-AA2C-323D-D9065D217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00E74-3173-45E8-9F6B-21E46DA6E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75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041477-B42D-6A92-1DD3-BA830202A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4B5CD-A8B9-AAC5-732A-68D18BA73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34CA0-9D53-BCDA-DE0E-F9341DD7F3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8E41B5-CF0F-4C6C-A433-FE4891A9D215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7F7574-B33C-566E-48D4-C8D5717DB5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2D2FA-56A5-3C3A-54D9-11876DE2EC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300E74-3173-45E8-9F6B-21E46DA6E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814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9" name="Picture 1">
            <a:extLst>
              <a:ext uri="{FF2B5EF4-FFF2-40B4-BE49-F238E27FC236}">
                <a16:creationId xmlns:a16="http://schemas.microsoft.com/office/drawing/2014/main" id="{0B05A0D6-4A44-F6AA-BBA9-3E4C93549C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861" y="1343770"/>
            <a:ext cx="2819400" cy="393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">
            <a:extLst>
              <a:ext uri="{FF2B5EF4-FFF2-40B4-BE49-F238E27FC236}">
                <a16:creationId xmlns:a16="http://schemas.microsoft.com/office/drawing/2014/main" id="{24FDA7F6-73EC-C03D-171F-22A0FA9C6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048" y="1017767"/>
            <a:ext cx="5419725" cy="500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885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>
            <a:extLst>
              <a:ext uri="{FF2B5EF4-FFF2-40B4-BE49-F238E27FC236}">
                <a16:creationId xmlns:a16="http://schemas.microsoft.com/office/drawing/2014/main" id="{195D3FC1-961F-1CFD-C031-2D3B7573D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2522" y="18017"/>
            <a:ext cx="4077410" cy="227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97E15AF-F2E4-CDD4-4521-A8A2A9A0DF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786" y="906449"/>
            <a:ext cx="5143500" cy="500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261F03F8-1151-7405-57DA-FE0128F8B8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1"/>
          <a:stretch>
            <a:fillRect/>
          </a:stretch>
        </p:blipFill>
        <p:spPr bwMode="auto">
          <a:xfrm>
            <a:off x="6328290" y="2263295"/>
            <a:ext cx="4145874" cy="218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936E326-FDF5-971A-4C18-EDC40C8C3B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4" b="1497"/>
          <a:stretch>
            <a:fillRect/>
          </a:stretch>
        </p:blipFill>
        <p:spPr bwMode="auto">
          <a:xfrm>
            <a:off x="6176148" y="4539150"/>
            <a:ext cx="4298016" cy="218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1398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>
            <a:extLst>
              <a:ext uri="{FF2B5EF4-FFF2-40B4-BE49-F238E27FC236}">
                <a16:creationId xmlns:a16="http://schemas.microsoft.com/office/drawing/2014/main" id="{1B76F971-90FA-28F6-1B1E-B69808CFEF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55" y="658342"/>
            <a:ext cx="5143500" cy="500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CF17EF06-F138-788F-0571-EAF06402A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0217" y="658342"/>
            <a:ext cx="5105400" cy="500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5316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7" name="Picture 1">
            <a:extLst>
              <a:ext uri="{FF2B5EF4-FFF2-40B4-BE49-F238E27FC236}">
                <a16:creationId xmlns:a16="http://schemas.microsoft.com/office/drawing/2014/main" id="{B9923FBF-6FBA-033E-1345-18C7EC7FE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737" y="453225"/>
            <a:ext cx="5191125" cy="519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1F0FAED6-F331-49E0-A688-5C40CEAAA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0212" y="588396"/>
            <a:ext cx="5381625" cy="519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3642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1" name="Picture 1">
            <a:extLst>
              <a:ext uri="{FF2B5EF4-FFF2-40B4-BE49-F238E27FC236}">
                <a16:creationId xmlns:a16="http://schemas.microsoft.com/office/drawing/2014/main" id="{EC667A93-2E54-D4A4-62FD-7400BD2448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2876" y="954155"/>
            <a:ext cx="5219700" cy="519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670CB63A-C74E-7649-3AE4-FDC1E1466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688" y="1044643"/>
            <a:ext cx="5029200" cy="501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3785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>
            <a:extLst>
              <a:ext uri="{FF2B5EF4-FFF2-40B4-BE49-F238E27FC236}">
                <a16:creationId xmlns:a16="http://schemas.microsoft.com/office/drawing/2014/main" id="{89CB43F5-12CA-42E7-9098-F43CB7D6D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614" y="1129085"/>
            <a:ext cx="5010150" cy="398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201211A-3AE1-B285-179D-EA58B840A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9764" y="1129085"/>
            <a:ext cx="5010150" cy="3981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56102C46-DB2F-B868-4879-7B161DE34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4299" y="1129085"/>
            <a:ext cx="1504950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C5668E3-CC71-70EF-E5AB-DA1F46976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3788" y="1280160"/>
            <a:ext cx="5276850" cy="417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1210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4BF755-B921-2A7A-73E9-F78228E82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5628" y="738186"/>
            <a:ext cx="5295900" cy="538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783F8E53-197B-DF4E-7C0E-FE66F5609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472" y="1168842"/>
            <a:ext cx="5419725" cy="519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2238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Spietz, Lafe F. (Fed)</dc:creator>
  <cp:lastModifiedBy>Spietz, Lafe F. (Fed)</cp:lastModifiedBy>
  <cp:revision>12</cp:revision>
  <dcterms:created xsi:type="dcterms:W3CDTF">2026-01-30T20:08:18Z</dcterms:created>
  <dcterms:modified xsi:type="dcterms:W3CDTF">2026-02-02T21:10:57Z</dcterms:modified>
</cp:coreProperties>
</file>