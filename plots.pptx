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234FA-6452-E741-B9C9-5F9D6DC22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2FF9F-CDDC-E473-B992-D1EFC3415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4EC07-6174-27DC-505F-AD050C47B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B82BF-5F50-31A1-68FA-5AFCE39F7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22D4E-B634-218D-59D2-B15680BA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30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7B9F-F7CA-6A3D-9D5E-E8794B7E1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BC7C1-02AB-E368-2113-4A6D96C92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E350D-82F5-06EC-5DF2-946D50D3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685F5-4148-3E7A-A14C-66B3CF026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D6A41-32EA-6081-B705-E41CE2BA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10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0DB8-A43B-0220-31E7-8977C4103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B96DC-14A2-306D-28D6-5CFD0A922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8BF51-262E-C8E6-FF86-A90093157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8EE98-28E8-01CF-40DE-4CA32F1A8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AB1C9-FE74-5D00-B5EB-428F15C1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1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299B-6EAD-7355-FC2C-82B17E06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93BFC-0453-FF25-0D25-7353FD7C3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47B96-FF49-D958-4B1E-02377D6B8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CDBEB-F2C1-1D75-95AF-2A887073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0562F-1FE2-3811-2BFC-75FDFA27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382E1-539A-EE5E-54A6-20CDA32B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6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9D49-F870-78DC-AFD6-2129207FB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24F55-8111-F02F-CFD8-092AE4CF1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A8900-9097-DE08-2F95-047224FDA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C6C067-3E7E-FB75-6369-606C4B275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E562D-2C0A-9E10-1E07-B276BC361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E7E5B1-6FDA-3929-0710-F2F898186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A6EAA-1352-0368-6754-C99B1964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8AF23-BAD7-858F-DE1B-2AA6B5611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51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05952-1E4A-47C2-4865-62A79C91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50D7D-E057-41AF-C9C7-7E1CECC10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632E6-483A-3B27-5313-1275DC8A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30335-1B67-6DAB-DCD4-0664DA2E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55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6C0846-D811-7094-B5D7-40A7C976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94411-3F5F-A29E-D710-DB347F996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C53AF-5D31-2F30-E9D4-765026CC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63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55FF9-E126-84D5-F41B-7148B195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7EF8A-1D84-0FA2-30AD-F10982F33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B79A4-6BA8-5278-4FEE-A11360771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271E8-5000-6FD9-FC64-BB203CF1A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646FB-5B80-4A72-B928-9A1B30304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416D6-E6DF-DC1B-2682-41C85E865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73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EC35-EA54-BB2A-7975-41E9F370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2B52B1-D715-0B94-309B-634AEA850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E5A3B-D026-40C2-754C-0D3A28D96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4817B-59D8-83CC-48BA-25FC096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1281A-53DE-4DF0-64EC-39E403D3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B92E0-3341-BDD4-1798-9B933A24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4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E978-E504-A0E2-005F-41F0859E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7D82C-A8AF-2291-5E72-7536A0386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ECCBE-D0DA-D7DF-F388-18188702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BD167-5A41-1D26-409D-E2007CDE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F7F8-2AB6-38BD-60C6-AC2A6F1A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7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22FB1-641E-1F3F-55C9-FB734478F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38951-C4A3-1AE9-9110-B934C07AB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4AACF-1E0B-24A3-D3EC-83657F2F6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AA8DE-6A67-BF23-4850-DFB9826AE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AA72-D211-0A78-EA6E-46DDFB4C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60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7D728-F150-2C93-747B-D52B784F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58A7A-7C29-2C10-2231-8E3063DBD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FB67A-DFF8-8464-D014-51832CD70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42DFB3-7165-4E41-A3D9-89E169F2394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7E18F-BF7E-089E-8BF5-EBAFE3026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65E6F-A97B-6691-F42F-8AD983084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809BF-29D7-44ED-A30D-B78630F0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74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9701CEF9-C35E-E648-E21D-FAC510924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40" y="1189218"/>
            <a:ext cx="6005203" cy="393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587596B-8417-FB21-BCB5-C805536E7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606" y="1189218"/>
            <a:ext cx="544830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A02FFA-DBF2-1BB4-9F58-1ADF457EB386}"/>
              </a:ext>
            </a:extLst>
          </p:cNvPr>
          <p:cNvSpPr txBox="1"/>
          <p:nvPr/>
        </p:nvSpPr>
        <p:spPr>
          <a:xfrm>
            <a:off x="1908313" y="628153"/>
            <a:ext cx="1804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Measured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2EBA3-088C-C718-3D91-2C1EDFC1E91D}"/>
              </a:ext>
            </a:extLst>
          </p:cNvPr>
          <p:cNvSpPr txBox="1"/>
          <p:nvPr/>
        </p:nvSpPr>
        <p:spPr>
          <a:xfrm>
            <a:off x="8478743" y="628153"/>
            <a:ext cx="1804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035981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6</cp:revision>
  <dcterms:created xsi:type="dcterms:W3CDTF">2026-01-14T20:19:35Z</dcterms:created>
  <dcterms:modified xsi:type="dcterms:W3CDTF">2026-01-14T21:55:09Z</dcterms:modified>
</cp:coreProperties>
</file>